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7914fb5ae459b" /><Relationship Type="http://schemas.openxmlformats.org/officeDocument/2006/relationships/extended-properties" Target="/docProps/app.xml" Id="R9ea9c7e3707b44cb" /><Relationship Type="http://schemas.openxmlformats.org/officeDocument/2006/relationships/officeDocument" Target="/ppt/presentation.xml" Id="R4bd4161473d1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cbe13149af477c"/>
  </p:sldMasterIdLst>
  <p:notesMasterIdLst>
    <p:notesMasterId xmlns:r="http://schemas.openxmlformats.org/officeDocument/2006/relationships" r:id="Rf8baeb7255234cdc"/>
  </p:notesMasterIdLst>
  <p:sldIdLst>
    <p:sldId xmlns:r="http://schemas.openxmlformats.org/officeDocument/2006/relationships" id="256" r:id="R5f74684d4a5343a7"/>
    <p:sldId xmlns:r="http://schemas.openxmlformats.org/officeDocument/2006/relationships" id="257" r:id="R3dcfe3d70a62424f"/>
    <p:sldId xmlns:r="http://schemas.openxmlformats.org/officeDocument/2006/relationships" id="258" r:id="R77d18e13c8974460"/>
    <p:sldId xmlns:r="http://schemas.openxmlformats.org/officeDocument/2006/relationships" id="259" r:id="R1cc1667634dd4132"/>
    <p:sldId xmlns:r="http://schemas.openxmlformats.org/officeDocument/2006/relationships" id="260" r:id="R3c1612008a764744"/>
    <p:sldId xmlns:r="http://schemas.openxmlformats.org/officeDocument/2006/relationships" id="261" r:id="Rf58c48c8561148a0"/>
    <p:sldId xmlns:r="http://schemas.openxmlformats.org/officeDocument/2006/relationships" id="262" r:id="R2617974e5ba84c01"/>
    <p:sldId xmlns:r="http://schemas.openxmlformats.org/officeDocument/2006/relationships" id="263" r:id="R8eeb24c34c7d42b1"/>
    <p:sldId xmlns:r="http://schemas.openxmlformats.org/officeDocument/2006/relationships" id="264" r:id="R7d2827c469294375"/>
    <p:sldId xmlns:r="http://schemas.openxmlformats.org/officeDocument/2006/relationships" id="265" r:id="R35f56ab543c8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4455e86614160" /><Relationship Type="http://schemas.openxmlformats.org/officeDocument/2006/relationships/slideMaster" Target="/ppt/slideMasters/slideMaster1.xml" Id="Rdbcbe13149af477c" /><Relationship Type="http://schemas.openxmlformats.org/officeDocument/2006/relationships/notesMaster" Target="/ppt/notesMasters/notesMaster1.xml" Id="Rf8baeb7255234cdc" /><Relationship Type="http://schemas.openxmlformats.org/officeDocument/2006/relationships/presProps" Target="/ppt/presProps.xml" Id="R8e3107d0c7194db3" /><Relationship Type="http://schemas.openxmlformats.org/officeDocument/2006/relationships/tableStyles" Target="/ppt/tableStyles.xml" Id="Rd93ff93db17a4d9c" /><Relationship Type="http://schemas.openxmlformats.org/officeDocument/2006/relationships/slide" Target="/ppt/slides/slide1.xml" Id="R5f74684d4a5343a7" /><Relationship Type="http://schemas.openxmlformats.org/officeDocument/2006/relationships/slide" Target="/ppt/slides/slide2.xml" Id="R3dcfe3d70a62424f" /><Relationship Type="http://schemas.openxmlformats.org/officeDocument/2006/relationships/slide" Target="/ppt/slides/slide3.xml" Id="R77d18e13c8974460" /><Relationship Type="http://schemas.openxmlformats.org/officeDocument/2006/relationships/slide" Target="/ppt/slides/slide4.xml" Id="R1cc1667634dd4132" /><Relationship Type="http://schemas.openxmlformats.org/officeDocument/2006/relationships/slide" Target="/ppt/slides/slide5.xml" Id="R3c1612008a764744" /><Relationship Type="http://schemas.openxmlformats.org/officeDocument/2006/relationships/slide" Target="/ppt/slides/slide6.xml" Id="Rf58c48c8561148a0" /><Relationship Type="http://schemas.openxmlformats.org/officeDocument/2006/relationships/slide" Target="/ppt/slides/slide7.xml" Id="R2617974e5ba84c01" /><Relationship Type="http://schemas.openxmlformats.org/officeDocument/2006/relationships/slide" Target="/ppt/slides/slide8.xml" Id="R8eeb24c34c7d42b1" /><Relationship Type="http://schemas.openxmlformats.org/officeDocument/2006/relationships/slide" Target="/ppt/slides/slide9.xml" Id="R7d2827c469294375" /><Relationship Type="http://schemas.openxmlformats.org/officeDocument/2006/relationships/slide" Target="/ppt/slides/slide10.xml" Id="R35f56ab543c8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721cef0ee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e9215c8d9b4a65" /><Relationship Type="http://schemas.openxmlformats.org/officeDocument/2006/relationships/notesMaster" Target="/ppt/notesMasters/notesMaster1.xml" Id="Rde19a0b7c2a2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3ecb55bf8a4277" /><Relationship Type="http://schemas.openxmlformats.org/officeDocument/2006/relationships/notesMaster" Target="/ppt/notesMasters/notesMaster1.xml" Id="Rc31fa9193ab1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e0a3b04b744f3" /><Relationship Type="http://schemas.openxmlformats.org/officeDocument/2006/relationships/notesMaster" Target="/ppt/notesMasters/notesMaster1.xml" Id="R2fb6624e4d2e43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45b837e3b44dcb" /><Relationship Type="http://schemas.openxmlformats.org/officeDocument/2006/relationships/notesMaster" Target="/ppt/notesMasters/notesMaster1.xml" Id="R5cc0556d1e24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a4eceb85cf4057" /><Relationship Type="http://schemas.openxmlformats.org/officeDocument/2006/relationships/notesMaster" Target="/ppt/notesMasters/notesMaster1.xml" Id="R4beeedf8b26a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ba67648264303" /><Relationship Type="http://schemas.openxmlformats.org/officeDocument/2006/relationships/notesMaster" Target="/ppt/notesMasters/notesMaster1.xml" Id="R20b301cb77e7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b5e4efe7e41a3" /><Relationship Type="http://schemas.openxmlformats.org/officeDocument/2006/relationships/notesMaster" Target="/ppt/notesMasters/notesMaster1.xml" Id="R6c3a291d8390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f17c93e1b14435" /><Relationship Type="http://schemas.openxmlformats.org/officeDocument/2006/relationships/notesMaster" Target="/ppt/notesMasters/notesMaster1.xml" Id="Rcf3785656b3548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9cd9420d36408d" /><Relationship Type="http://schemas.openxmlformats.org/officeDocument/2006/relationships/notesMaster" Target="/ppt/notesMasters/notesMaster1.xml" Id="Rdf8292a360eb47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c163e8fae74994" /><Relationship Type="http://schemas.openxmlformats.org/officeDocument/2006/relationships/notesMaster" Target="/ppt/notesMasters/notesMaster1.xml" Id="Rd8f0fb6389a0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architectural stance: AI may propose and execute, but it does not own readiness decisions.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philosophy before discussing technology.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design constraints, not slogans; each maps to an implemented control or an explicit target-state gap.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TestDataProvider row is target-state. The other named agent seams exist in the reference implementation.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top to bottom. Separate implemented runtime paths from protocol-only seams and target-state capabilities. Call out the three non-unified impact calculations, partial project isolation, execution/reporting privilege split and residual production gaps.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two recurring questions directly: scenarios come from four governed inputs; current data setup is reversible at run level, not isolated per scenario.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qualification prevents the most dangerous multi-client failure: a plausible answer assembled from another engagement’s graph.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the metric. The implementation is materially real, but graph completeness and coverage granularity still bound its assurance.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pluggability does not imply shared credentials or pushed truth. The control plane reconciles independently.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architectural standard: replaceability at the edges, non-negotiable governance at the core.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74d3195bd4a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0513302ae4c17" /><Relationship Type="http://schemas.openxmlformats.org/officeDocument/2006/relationships/slideLayout" Target="/ppt/slideLayouts/slideLayout1.xml" Id="Rf0ca8b3c05c3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a8b3c05c3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02d7a4cdc4e3d" /><Relationship Type="http://schemas.openxmlformats.org/officeDocument/2006/relationships/notesSlide" Target="/ppt/notesSlides/notesSlide1.xml" Id="R7e048f9f279e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6f6587c304d80" /><Relationship Type="http://schemas.openxmlformats.org/officeDocument/2006/relationships/notesSlide" Target="/ppt/notesSlides/notesSlide2.xml" Id="R328c703625c5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7363456d4760" /><Relationship Type="http://schemas.openxmlformats.org/officeDocument/2006/relationships/notesSlide" Target="/ppt/notesSlides/notesSlide3.xml" Id="R1548c35c7eae48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378cc12e346bc" /><Relationship Type="http://schemas.openxmlformats.org/officeDocument/2006/relationships/notesSlide" Target="/ppt/notesSlides/notesSlide4.xml" Id="R0f6dbe2046d0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2ac8da904405b" /><Relationship Type="http://schemas.openxmlformats.org/officeDocument/2006/relationships/image" Target="/ppt/media/image.png" Id="Ra8a3a13e0fb24552" /><Relationship Type="http://schemas.openxmlformats.org/officeDocument/2006/relationships/notesSlide" Target="/ppt/notesSlides/notesSlide5.xml" Id="R6a6eaa7528514f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5da7c397e4aee" /><Relationship Type="http://schemas.openxmlformats.org/officeDocument/2006/relationships/image" Target="/ppt/media/image2.png" Id="R34da2ec796bf491a" /><Relationship Type="http://schemas.openxmlformats.org/officeDocument/2006/relationships/notesSlide" Target="/ppt/notesSlides/notesSlide6.xml" Id="R1e191f18d90e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90360d647424c" /><Relationship Type="http://schemas.openxmlformats.org/officeDocument/2006/relationships/notesSlide" Target="/ppt/notesSlides/notesSlide7.xml" Id="Re03ef9df573242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53018be76458d" /><Relationship Type="http://schemas.openxmlformats.org/officeDocument/2006/relationships/notesSlide" Target="/ppt/notesSlides/notesSlide8.xml" Id="R8b183fcf5a1f48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3e28426e049cf" /><Relationship Type="http://schemas.openxmlformats.org/officeDocument/2006/relationships/notesSlide" Target="/ppt/notesSlides/notesSlide9.xml" Id="R1b99eb7592a0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24ca342b64658" /><Relationship Type="http://schemas.openxmlformats.org/officeDocument/2006/relationships/notesSlide" Target="/ppt/notesSlides/notesSlide10.xml" Id="R94dab0470d2c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CCB37-CF32-4AFB-8A2E-21DC6D20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868B2-4236-4984-A62D-2BEB591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Agentic Product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Development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6B847-0D92-4D17-92C8-7A24C2A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6F2"/>
                </a:solidFill>
              </a:defRPr>
            </a:pPr>
            <a:r>
              <a:rPr sz="1650" b="0">
                <a:solidFill>
                  <a:srgbClr val="D9E6F2"/>
                </a:solidFill>
              </a:rPr>
              <a:t>Governed intelligence. Client-owned execution. Evidence-backed progression.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10829-6741-4A94-A004-1521978F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143250" cy="37147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04461"/>
          </a:solidFill>
          <a:ln xmlns:a="http://schemas.openxmlformats.org/drawingml/2006/main" w="9525">
            <a:solidFill>
              <a:srgbClr val="5275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8B1E1-C869-4DB2-8870-C39628D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CCE0"/>
                </a:solidFill>
              </a:defRPr>
            </a:pPr>
            <a:r>
              <a:rPr sz="1200" b="1">
                <a:solidFill>
                  <a:srgbClr val="B9CCE0"/>
                </a:solidFill>
              </a:rPr>
              <a:t>Architecture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A290A-5021-4081-A946-120DC04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Standardize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CA123-6CC7-4BCC-952A-9409B157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contracts • trust boundaries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evidence semantics •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E4551-471A-47DF-91B9-76BDA271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Federate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C4D5E-B72B-4F44-AF5E-9C70D80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models • tools • clouds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policies • execution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DD6B4-6C38-4225-B0CB-8B9A789A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Updated to the latest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B8893-5B3F-43F4-B7DA-8069EA02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9CCE0"/>
                </a:solidFill>
              </a:defRPr>
            </a:pPr>
            <a:r>
              <a:rPr sz="675" b="1">
                <a:solidFill>
                  <a:srgbClr val="B9CCE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7076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F2880-1B78-4AE2-A2C4-002EFF2D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ARCHITECTURAL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02421-B947-4D17-8B03-8B456D34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The framework is a governed decision system—not a chain of model calls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78C44-0FBB-4336-8BA9-BE86D00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2D9B4-AE5B-4D79-9407-08E917E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The differentiator is not agent count. It is the quality of the boundaries around authority, evidence and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68B27-5D19-488E-BDC0-BAC39047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0F99-E916-4F4C-AE3E-96592E2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4DEFA-6056-421C-982D-4E4507CB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Agents propose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5DE9-65AD-4315-8B86-F9F9BBC8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Designs, plans, code and tests may come from platform agents or client-supplied agents.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1D3E5-171A-43C7-8147-C6EA5949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617D2-4C31-45FA-8EDD-81795124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8F69B-2353-4278-B4B7-8F5669F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Deterministic controls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7F27B-EEFF-4CD6-AC35-277DF544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Schemas, scope containment, policy, coverage reconciliation and promotion checks remain framework-owned.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52FD1-E81C-447C-9310-5B027FB6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528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4ED52-EE54-4E81-9309-0CED6D30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3C484-0377-481A-B5AA-95D3E0B7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Humans own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8A234-45C6-4671-9245-77DB813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Approvals and exceptions are attributable, time-bound and supported by versioned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AB308-B3F1-4EDA-8D79-BBE29158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333EF-C6F6-47D7-885D-64B1199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North-star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56917-7BCB-42A9-942D-53DB310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Increase delivery throughput while preserving—or strengthening—traceability, containment, client sovereignty and release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BBA95-F795-45A6-8DA0-504E95B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C2AB1-45C7-4C1E-B0C6-E1A99A44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5649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56B06-99A4-4360-9450-CAE71E2F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KEY TENETS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54B91-E558-4C41-9B5A-04AD283B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Six tenets hold the architecture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0AB9C-6BF7-42C3-8D3C-FC2F0BE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98B68-53B5-4AF7-BB17-DEF7F6EE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8234E-FAD4-4AC4-823C-C26045EF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DC3B-4844-4274-A828-5B3E4493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Agents propose; gates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4561-271E-4D92-A882-8E02630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Probabilistic components cannot self-approve.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69252-DA0E-449A-B3AD-2EB0E9D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39579-F6AD-4A02-B87D-1D97BA97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4389C-05DB-40D4-908B-47C290A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Evidence is the currency of progression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B0F96-D269-4BA1-B61E-15EC3CB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 phase completes when required evidence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89E4D-2D51-4B9E-8E5B-48723E6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0AF2F-E735-402B-95B1-3C525EB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EAF71-E143-4513-B668-8624CC08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Context is federated, not duplicated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1887E-48C0-4277-8192-78D3FD6D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Sources of record remain authoritative; context carries pointers and provenance.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F1068-0EEA-44E3-B45A-CA7C2C4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2E5A2-B9C2-4B16-9D12-33443B9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56CDA-6F7C-4868-BD09-BDE1DC9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Autonomy is bounded by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4953B-4189-474C-8462-AA3162C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Policy sets autonomy from impact, reversibility and uncertainty.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7047E-194C-4DCB-8226-84F7EDC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012D9-E574-4FF7-9BE4-20D3987F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5ED15-6E0B-4434-9167-0D8676E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Ports vary; semantics remain invariant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338BA-4675-4337-8B87-A4DB59F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Clients replace implementations behind versioned capability contracts.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B4ADE-9A5F-487F-97EB-FC0FA18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3C1E7-11EE-4BE6-91D5-3D08ADC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8335F-AF5E-4964-9ACF-C51A934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Every assurance claim is measured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BC4DD-4EBC-4B50-B796-031488F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Coverage and blast radius disclose scope, quality and limits.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2BED-D3EE-4243-B39A-F90B320A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0D437-B0AA-47E7-AEC0-61BB86C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7127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D58EDC-F0CB-4A9E-9B6F-DD6D34A0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BYO / PLUGGABILITY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5545E-E89D-41F3-AC3A-7900D221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Bring your own capabilities—without bringing your own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78D13-B1DD-4093-A3AF-E4DB86D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5CC0-6D26-4C29-8A56-00040BEB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019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E37E0-10AB-4687-8AFD-995F250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Extension seam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90008-B57B-4AAA-8365-0A702283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7AA77-C053-4B5B-BDAF-36A3C4B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76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Client may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024A0-9EE0-48CC-B8B7-DE08416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5CD5B-0F07-4517-8115-3642AF5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Framework retains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EC4D8-65FC-4370-AC8C-07372CE2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4880D-7F36-4A49-A747-2BB636AC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DesignAgent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3A8DD-0F91-40B8-B9F3-6133CB5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Inline service or dispatched design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7CB95-61AC-427F-9F85-530D43F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Catalogue review, schema and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67656-5A3D-4F63-BE81-574BFAB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1F8B-4F02-4D2F-8E25-19065E1A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TestAuthor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CC9CB-C73A-4468-B8CE-72D4C9B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Planner/spec author, sync or dispatched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F64B8-B34E-46BE-8FCA-2052608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05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Testability, required regressions, spec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36C17-B91C-46FC-BC36-5541AE6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0BDEF-8822-4DF5-B05D-F823D0B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655E-7D86-44F7-BC02-DD6C3CF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 cloud coding agent via WorkDispatch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2AC24-9533-42FB-AE6A-53FA76F0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Capability check, scope review,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00A12-98DC-4DF5-B5BD-37AAD9C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E388D-FE62-4E0C-99A4-F14F5486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7B584-0AEF-4B1A-9C9E-52248B9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Database/fixture/environment provider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792FA-29EB-441D-BAD2-4237405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Lease lifecycle and cleanup evidence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F7B30-6036-48DD-BEC8-4932FE6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CFE23-0396-4F46-9862-C23C0E2C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Models &amp;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2E027-DA0D-4A77-86FB-857E79A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LLM, SCM, CI, policy, evidence stores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A54DE-9AE5-4075-ACF6-9BC9C91F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48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Identity, result envelope, audit and gates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19D5D-903F-42AB-81F7-64491969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B67E3-AECC-450E-8EA9-7C8EE98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4536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3a13e0fb24552"/>
          <a:stretch xmlns:a="http://schemas.openxmlformats.org/drawingml/2006/main"/>
        </p:blipFill>
        <p:spPr>
          <a:xfrm xmlns:a="http://schemas.openxmlformats.org/drawingml/2006/main">
            <a:off x="262396" y="38100"/>
            <a:ext cx="11667208" cy="6781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04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D60DB-3604-4C7E-ABEA-0BAEE00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QA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93D49-0041-4357-B73A-1A95A544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QA turns change context into governed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1E51F-C285-4784-9188-AEC4B4E1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a2ec796bf491a"/>
          <a:stretch xmlns:a="http://schemas.openxmlformats.org/drawingml/2006/main"/>
        </p:blipFill>
        <p:spPr>
          <a:xfrm xmlns:a="http://schemas.openxmlformats.org/drawingml/2006/main">
            <a:off x="457200" y="1384766"/>
            <a:ext cx="11277600" cy="35169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9C456-7E07-4084-96F7-F37B578E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42540-D8A9-4D88-BB13-41A97C4A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66125-0A55-451D-A6C4-509983EE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Scenario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CDDDE-EBCE-42C0-B4CA-3538304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 + acceptance criteria + project graph + approved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0751B-6B08-426C-AC56-6FC5C01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A14CF-FDB8-4D7B-8246-EBCD34A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A571C-F443-4074-9348-F37BED58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Current data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B4943-F1FD-41AA-B5C5-4C02AF65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Deterministic seed, run snapshot, serial mutation fallback and finally-path restore.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93F0D-8B44-4ABB-B417-9CB653E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A6A08-2BBD-40B7-AFA3-B2D5D2ED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247B3-78C4-4823-A439-B63306B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Target data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B81C-91A8-4263-8B65-A6CFB1EF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7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TestDataProvider leases isolated fixtures and emits cleanup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0C431-31CE-4A84-96FA-D6A258FC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5508-A4C0-410E-B0DF-AE0A6DC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1258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B7995-A54D-4933-B05D-25CD085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PROJECT + HYDRATION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E9E4-0B1F-41AD-9FE0-D9BA825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Project scope is an architectural boundary, not a UI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438A5-C4C7-4E17-9FD6-E44BD10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72E20-0B80-48A4-BD37-2761894D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86268-5D7A-404F-8404-5FBCE07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DF904-DAE8-4614-8F05-083A14F8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Active project selects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39669-C6F3-4417-9AAA-EB3AC41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Engagement configuration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Repository and revision scope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Knowledge sources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Runtime adapter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A251F-4252-4B5F-A31E-1E8F9A80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D48A6-EDD5-4192-A81E-A4776CC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90525-9262-4EA2-B046-8E0F3E17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Hydration operates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0BDF9-B850-46DE-B8BE-339C3E51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Index → graph → retrieval → export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Delta refresh after change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Freshness and quality recorded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61406-EB51-4BEA-8F0D-15DA6C3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331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2C477-0554-4FE2-9C6D-1166B77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F833-2A49-449A-9091-3DD49DA4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71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Isolation is structural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0601D-CE99-495F-BAA6-B70985F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Project-qualified identities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cross-project graph deletion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silent identity collision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67E62-6BB0-49AA-8DAA-B4D055A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Why this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90732-122F-47C4-9D6B-03FC4B6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Blast radius, retrieval, test selection and evidence are only credible when every assertion resolves to the correct engagement and source revision.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1D5CD-6A57-408B-B6C0-BEA0F671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61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E6002-2049-471A-8A4B-C9D12F3D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Invariant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0A9D4-782E-4C54-8959-3368F14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Project switching may change implementations and data. It must never change the meaning of evidence, gates or result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535E9-8DA2-470C-8ED1-39564D2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C66C0-F13C-4362-8DE8-22C013DA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7143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5E42F-B059-433A-BB2D-FCA3F6E5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IMPACT + QA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E8353-AE29-49E2-84EC-AC2B682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Blast radius is useful because its limits are explicit and 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71987-0783-4F91-9335-521A6130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C2956-8EB8-4856-9BDB-1FE0343D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5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2C15B-30FE-4C80-85B2-40E2CB7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32659-AE3D-4D7C-BAB1-E305B18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00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Diff-resolved files and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E8294-A9F0-4C97-8DBC-855ED819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DDD39-AB4B-4563-ACE1-322199F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61"/>
                </a:solidFill>
              </a:defRPr>
            </a:pPr>
            <a:r>
              <a:rPr sz="1200" b="1">
                <a:solidFill>
                  <a:srgbClr val="2E7D61"/>
                </a:solidFill>
              </a:rPr>
              <a:t>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0534-FF45-4554-A6E3-CD72FE8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57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Typed dependency paths from the project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77972-24F5-43DF-8B25-BEEF1FA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7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3B3F5-116F-4E72-B693-6E206DAC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2C"/>
                </a:solidFill>
              </a:defRPr>
            </a:pPr>
            <a:r>
              <a:rPr sz="1200" b="1">
                <a:solidFill>
                  <a:srgbClr val="C7772C"/>
                </a:solidFill>
              </a:rPr>
              <a:t>Uncovered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DD486-5C00-4EAF-B7E8-585E8014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14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Impacted areas without an approved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4AE4F-DF33-4B8D-BB41-D860BF2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55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CEE7-C98B-4A1E-A370-0BDBE64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5A6"/>
                </a:solidFill>
              </a:defRPr>
            </a:pPr>
            <a:r>
              <a:rPr sz="1200" b="1">
                <a:solidFill>
                  <a:srgbClr val="7655A6"/>
                </a:solidFill>
              </a:rPr>
              <a:t>Required regressions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B83D6-10C0-4A10-AFCE-84521FD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71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Existing covering scripts installed by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76582-2452-4002-B8D5-2914698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905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C41EF-78A9-4A65-BBE7-0D7481B3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What the current reference can legitimately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67BDC-6835-44B5-92CE-4125E1C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1D196-478C-4550-8957-4C274CA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Impact is derived from changed paths and typed graph relationships.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D8376-4191-43E6-B447-7094C799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DC1AF-43A5-4B39-80D9-5F0EC3CA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Required regressions are enforced, not left in an agent prompt.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A3929-9C06-402A-9012-4454186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0BF45-EA4C-45EC-A4DC-F76CD47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Observed coverage credits only server-served requests.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41546-5F6B-4067-B703-E1DE66E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A70BD-EB6E-47D0-BA20-A10F688A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Intercepted requests remain visible but earn no coverage.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418E5-C25B-4B42-9A3D-D42BCC0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31B50-0D1B-440A-B443-0C44FD8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Coverage proves route/file reach—not branch or statement completeness.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E3F18-D58C-4E34-AB47-EC513C3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680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8682F-BC6F-4467-BC34-5F5BB2C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772C"/>
                </a:solidFill>
              </a:defRPr>
            </a:pPr>
            <a:r>
              <a:rPr sz="1050" b="1">
                <a:solidFill>
                  <a:srgbClr val="C7772C"/>
                </a:solidFill>
              </a:rPr>
              <a:t>Principal-architect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8B9CD-1171-41EE-B5E1-57E0FD3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3400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Treat the result as versioned decision support with provenance and uncertainty—not as an oracle.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C0052-3C12-4F75-9DA5-56D9FE3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EEF21-1F57-485E-BF6C-B183DD0C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746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D4CD7-DB15-4C9E-9C74-5D5F0F7D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31268-BEAC-4F0B-8019-3A4A001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Evidence and privilege separation make remote execution governable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6AE47-0FD4-4B57-89AD-7BD8788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67DBC-3CC0-4FC6-A00A-CD60525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A294-D3D7-47A9-84CD-C7778CF5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D921C-9BB3-40AF-8AD5-416B40AF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62516-1F8E-4C36-AA1A-0612F02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19BF2-E5C9-4D0C-9943-1049117D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Capability-checked request with project, revision and policy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20EF4-DFAE-4879-AAFB-7911EDAE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D06F5-EE99-43FA-B241-8B182B0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852D5-39E1-4470-B9D1-A5D2CAC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A6191-3546-47A4-B225-EFF0134A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21B67-CC30-49A1-A86C-3831496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787FE-1DA5-4FD4-8050-65F1868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Client CI or coding agent works in a bounded branch / 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978C5-C822-4937-A443-8254778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35F86-1EF1-44F9-A9AC-4139F16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08F9E-44E6-4A6E-90EC-4F76690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7C5FB-B4C3-4BF9-9058-F5EFFC67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ECEF8-645F-4B0B-B54B-5457AFF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BAFC9-701A-41F2-BB4E-8A2715B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Trusted reporter reconciles results; execution holds no write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0E38D-86AA-4476-A45C-2D277D7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1D2F0-658C-4985-9394-4E9478D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E8678-F8A6-4965-9702-A2DD2EB8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C9B98-9EB7-4DFC-A436-8C5E239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7DE1E-C03F-46DC-A827-616AE63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Promote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0B68E-15CF-41B9-9B55-A39EFE6F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Passing generated specs become reviewable source + SHA-256 + provenance bundles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B08AD-56EB-4B54-9F42-4E59668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10680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A6C18-8614-423D-89CB-410A881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The trust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6B10C-A8B5-4C7E-B840-E2D35E72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Agent-authored or repository-supplied code runs only in the execution plane. Gate decisions reference independently retrieved evidence, a policy version and a durable manifest. Promotion is a separate decision—not a side effect of a green test.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C3E08-D19D-4321-A317-D90BF650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81F27-137A-42CA-ABDA-837BA14B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0231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AD7F1-EE87-48BA-909D-E2E5895B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PRINCIPAL ARCHITECTURE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D463B-89F1-443D-B6BE-9FBA6780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Architecture standing comes from honest boundaries and measured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DA131-3106-476B-8E6E-1997B3A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68365-FF37-4276-8A0A-CC24A7E9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1"/>
                </a:solidFill>
              </a:defRPr>
            </a:pPr>
            <a:r>
              <a:rPr sz="1500" b="1">
                <a:solidFill>
                  <a:srgbClr val="2E7D61"/>
                </a:solidFill>
              </a:rPr>
              <a:t>What is already credible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100EF-D716-42BD-A737-891E14C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42EA7-0E49-4A33-9201-652D736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Project-scoped graph and hydration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32F3D-6FB9-4A62-ABEF-00B0596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3D246-6009-4016-BE4E-3E72456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Replaceable design, test and implementation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92A8-C1B1-405F-9C02-865B6FB6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B9384-971D-491F-93FF-2F8E5E7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Deterministic scenario/testability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E70BF-D465-402A-AD0F-CACB8E8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32EBF-AA63-419B-A129-305A6AA5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Observed route/file coverage and required regressions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1406D-BCF5-41DB-A65E-7AE533C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4A824-841E-47B1-9571-A535833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Reversible run-level data handling and promotion bundles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A0A53-B8E7-4A90-9BEB-888FEB4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772C"/>
                </a:solidFill>
              </a:defRPr>
            </a:pPr>
            <a:r>
              <a:rPr sz="1500" b="1">
                <a:solidFill>
                  <a:srgbClr val="C7772C"/>
                </a:solidFill>
              </a:rPr>
              <a:t>What earns the next order of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716A0-5D7A-4F5F-8CA2-CBA243A1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12C89-659E-4BC8-AAEF-A7DE58C2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Validate impact accuracy on client histories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DD572-2676-40BD-B5A9-E2F2F518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ED35E-41A6-416D-AEF5-1CD7559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symbol-level and contract-aware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C5419-DA64-4123-B04A-D2D68A23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006D9-847A-44A8-B456-B5C82F8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Introduce TestDataProvider fixture leases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A481F-F5F2-4CDA-BC14-EFD271D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3BC48-A5EC-4FFE-8D05-365E1D48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branch/statement and semantic side-effect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F61B7-DC61-4136-ADA0-6D4832E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C9AB5-018E-49B8-B7CE-451E29A6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Make graph quality thresholds client-calibrated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9451E-3400-492F-B656-54249B5D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D295A-1CB8-4108-919B-37C445B4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Standardize lifecycle contracts, trust boundaries and evidence semantics. Federate tools, models, policies and execution. Measure every inference.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F05AF-6D20-4204-B714-770CD341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363B7D-211A-4B86-BFE3-31D5E06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8383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2026-08-25T00:36:45.2560000Z</dcterms:created>
  <dcterms:modified xsi:type="dcterms:W3CDTF">2026-08-25T00:36:45.2560000Z</dcterms:modified>
</coreProperties>
</file>