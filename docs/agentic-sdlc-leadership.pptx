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slides, fifteen minutes. The argument is: agents make delivery faster and make it unauditable, and we have built the part that keeps it auditable. The evidence slide in the middle is the one that matters — it is where we say we tested our own claims and several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frame this as a compliance problem. It is an engineering one: a pipeline that fails loudly is fine, one that ships a confident wrong answer is not. Row 2 — blast radius — is where most of our effort has gone, because it is the one we can now put a number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remember one sentence, this is it. It also answers the question every risk function asks first, before they ask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simple. The middle band is what we sell — the top band is increasingly the client's own agent, and the bottom is their existing approval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this slide is not the individual numbers. It is that each one is produced by code that runs on demand, so it can be re-run in front of a client and it degrades visibly if we regress.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soften this and do not skip it. Four claims in an earlier version of this deck were false. Presenting that deliberately is what separates us from a demo, and every experienced engineer in the room will recognise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persuasive slide for a technical sceptic and the clearest for a non-technical one. It is not hypothetical — we introduced the bug and this is what happened. It is also exactly the failure mode the whole approach exists to catch: the damage is not where you changed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column is the interesting one commercially: that client's agents do all the AI work and we hold none of their model credentials. It is a settings change, not a bespoke build — which is what makes this an accelerator rather than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 about 'proven once'. One full cycle, live model, real application, real browser evidence. That is a reference implementation, not a production rollout, and saying so protects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Putting this in front of the sceptic before they ask changes the conversation. Every row is a limit we can describe precisely, which reads very differently from one discovered during a client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1 is a small ask with a large payoff and should be the thing you leave the room having agreed. Item 2 is deliberately gated on item 1 — say that, it demonstrates we are not just building the interesting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Keep the asks small and concrete — we are not asking for a budget line or a platform commitment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2011680" cy="38100"/>
          </a:xfrm>
          <a:prstGeom prst="rect">
            <a:avLst/>
          </a:prstGeom>
          <a:solidFill>
            <a:srgbClr val="0E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4600" b="1">
                <a:solidFill>
                  <a:srgbClr val="121A19"/>
                </a:solidFill>
                <a:latin typeface="Arial"/>
              </a:rPr>
              <a:t>Agentic SDLC Platform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3A4846"/>
                </a:solidFill>
                <a:latin typeface="Arial"/>
              </a:rPr>
              <a:t>Letting AI agents do delivery work, without giving up control of what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1706D"/>
                </a:solidFill>
                <a:latin typeface="Arial"/>
              </a:rPr>
              <a:t>Engineering leadership briefing   ·   Reference implementation complete   ·   Controls measured, not asserted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An agent breaks the four things a delivery pipeline assumes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86000"/>
          <a:ext cx="106372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420"/>
                <a:gridCol w="2978420"/>
                <a:gridCol w="4680374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A pipeline assumes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An agent does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So you lose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The same input gives the same output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Different output every time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The ability to replay or regression-test the pipeline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Changes have a bounded blast radius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Edits whatever looks relevant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Containment — review effort grows with output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Why something happened is recorded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Reasoning is not an artifact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The answer to “why did this ship”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Failures are loud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Produces confident wrong answers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Early warning — it surfaces when expensive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A4846"/>
                </a:solidFill>
                <a:latin typeface="Arial"/>
              </a:rPr>
              <a:t>Every control we built maps to one of these four rows. The fourth is the dangerous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THE GOVERNING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4000" b="1">
                <a:solidFill>
                  <a:srgbClr val="121A19"/>
                </a:solidFill>
                <a:latin typeface="Arial"/>
              </a:rPr>
              <a:t>No model is ever in a position
to approve its own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97680"/>
            <a:ext cx="1463040" cy="31750"/>
          </a:xfrm>
          <a:prstGeom prst="rect">
            <a:avLst/>
          </a:prstGeom>
          <a:solidFill>
            <a:srgbClr val="0E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3A4846"/>
                </a:solidFill>
                <a:latin typeface="Arial"/>
              </a:rPr>
              <a:t>Every yes/no decision in the system is made by code a person can read, or by a person whose name is recorded. Agents propose. They never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Three roles, and only one of them is a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637215" cy="1143000"/>
          </a:xfrm>
          <a:prstGeom prst="roundRect">
            <a:avLst>
              <a:gd name="adj" fmla="val 6000"/>
            </a:avLst>
          </a:prstGeom>
          <a:solidFill>
            <a:srgbClr val="DDEBE8"/>
          </a:solidFill>
          <a:ln w="19050">
            <a:solidFill>
              <a:srgbClr val="0E6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3840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Agents propose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42316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A design, a change, a test plan, a test.
Ours or the client's own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10637215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2D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3840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Deterministic code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79476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Does every file named exist? Is the change inside
the approved scope? Did the required tests run and pass?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983480"/>
            <a:ext cx="10637215" cy="1143000"/>
          </a:xfrm>
          <a:prstGeom prst="roundRect">
            <a:avLst>
              <a:gd name="adj" fmla="val 6000"/>
            </a:avLst>
          </a:prstGeom>
          <a:solidFill>
            <a:srgbClr val="F4E9D6"/>
          </a:solidFill>
          <a:ln w="19050">
            <a:solidFill>
              <a:srgbClr val="9C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3840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People approve what carries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516636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Three gates, each recorded against a named person.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6364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A4846"/>
                </a:solidFill>
                <a:latin typeface="Arial"/>
              </a:rPr>
              <a:t>The middle band is the product. It is the only part that cannot be swapped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What we can now prove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3A4846"/>
                </a:solidFill>
                <a:latin typeface="Arial"/>
              </a:rPr>
              <a:t>Each figure produced by a harness in the repository, not by assertion.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77440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653"/>
                <a:gridCol w="2978420"/>
                <a:gridCol w="4042141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Measured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How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We read the codebase accurately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0 of 605 imports missed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Compared against the language's own parser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We resolve nearly all of it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99.3% captured, 0 dropped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Four counts that sum to the total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Our impact analysis beats doing nothing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1.4× the precision at 45% of the noise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240 held-out cases from real commits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Coverage claims are true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Reconciled every run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What each test actually requested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Our tests catch real regressions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3 of 3 deliberate bugs caught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Mutation testing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We tested our own controls. Four were not working.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372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1164"/>
                <a:gridCol w="3616653"/>
                <a:gridCol w="3829397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We had claimed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Measurement found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Now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Our impact analysis was well tuned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It scored below a do-nothing baseline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Retuned; the table sits beside the code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Our dependency data could not be wrong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19 connections silently dropped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Reported honestly — 99.3% captured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Test scoping used derived data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It read a hand-maintained file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Generated, and pinned to a commit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Our tests covered what they claimed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None of the claims were right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Measured from what each run did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257800"/>
            <a:ext cx="10637215" cy="960120"/>
          </a:xfrm>
          <a:prstGeom prst="roundRect">
            <a:avLst>
              <a:gd name="adj" fmla="val 6000"/>
            </a:avLst>
          </a:prstGeom>
          <a:solidFill>
            <a:srgbClr val="F5E1DD"/>
          </a:solidFill>
          <a:ln w="19050">
            <a:solidFill>
              <a:srgbClr val="9B3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5440680"/>
            <a:ext cx="999713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21A19"/>
                </a:solidFill>
                <a:latin typeface="Arial"/>
              </a:rPr>
              <a:t>This slide is the reason to believe the previous one. We found these by building the thing that checks — not in a client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WHY SCOPED TESTING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We broke the API on purpose. Only one test noticed.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78638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21A19"/>
                </a:solidFill>
                <a:latin typeface="Arial"/>
              </a:rPr>
              <a:t>Claims list renders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377440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1706D"/>
                </a:solidFill>
                <a:latin typeface="Arial"/>
              </a:rPr>
              <a:t>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78638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21A19"/>
                </a:solidFill>
                <a:latin typeface="Arial"/>
              </a:rPr>
              <a:t>Filter behaviour  (3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246120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1706D"/>
                </a:solidFill>
                <a:latin typeface="Arial"/>
              </a:rP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14800"/>
            <a:ext cx="78638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B3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21A19"/>
                </a:solidFill>
                <a:latin typeface="Arial"/>
              </a:rPr>
              <a:t>API contract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114800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B3527"/>
                </a:solidFill>
                <a:latin typeface="Arial"/>
              </a:rPr>
              <a:t>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3A4846"/>
                </a:solidFill>
                <a:latin typeface="Arial"/>
              </a:rPr>
              <a:t>Every user-facing test passed, because the page happens to send the exact value the broken code still accepted.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21A19"/>
                </a:solidFill>
                <a:latin typeface="Arial"/>
              </a:rPr>
              <a:t>Without scoped testing, that release is green and the change breaks every other caller.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Three clients with nothing in common, one platform underneath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336285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2DA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28142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21A19"/>
                </a:solidFill>
                <a:latin typeface="Arial"/>
              </a:rPr>
              <a:t>Product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8142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Jira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GitHub + Actions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Their Copilot agent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Model via our tenancy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2240280"/>
            <a:ext cx="336285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2DA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88738" y="2423160"/>
            <a:ext cx="28142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21A19"/>
                </a:solidFill>
                <a:latin typeface="Arial"/>
              </a:rPr>
              <a:t>Enterprise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738" y="2880360"/>
            <a:ext cx="28142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Azure DevOps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ADO Pipelines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Our agents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Model in their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1596" y="2240280"/>
            <a:ext cx="336285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2DA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5916" y="2423160"/>
            <a:ext cx="28142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21A19"/>
                </a:solidFill>
                <a:latin typeface="Arial"/>
              </a:rPr>
              <a:t>Regulated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2880360"/>
            <a:ext cx="28142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ServiceNow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Jenkins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Their agents throughout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We hold no model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097280"/>
          </a:xfrm>
          <a:prstGeom prst="roundRect">
            <a:avLst>
              <a:gd name="adj" fmla="val 6000"/>
            </a:avLst>
          </a:prstGeom>
          <a:solidFill>
            <a:srgbClr val="DDEBE8"/>
          </a:solidFill>
          <a:ln w="25400">
            <a:solidFill>
              <a:srgbClr val="0E6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372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One platform core — identical for all three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A new client is a set of connectors and a configuration record. It is not a new version of the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Where it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502920" cy="38100"/>
          </a:xfrm>
          <a:prstGeom prst="rect">
            <a:avLst/>
          </a:prstGeom>
          <a:solidFill>
            <a:srgbClr val="0E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3055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21A19"/>
                </a:solidFill>
                <a:latin typeface="Arial"/>
              </a:rPr>
              <a:t>Working,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112264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Design · Implementation · Test scoping · Test generation
Execution · Evidence · Release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74720"/>
            <a:ext cx="502920" cy="38100"/>
          </a:xfrm>
          <a:prstGeom prst="rect">
            <a:avLst/>
          </a:prstGeom>
          <a:solidFill>
            <a:srgbClr val="9C6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649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21A19"/>
                </a:solidFill>
                <a:latin typeface="Arial"/>
              </a:rPr>
              <a:t>Partial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346704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Requirements intake · Test-case management
Deployment (records what shipped; does not deploy)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09160"/>
            <a:ext cx="502920" cy="38100"/>
          </a:xfrm>
          <a:prstGeom prst="rect">
            <a:avLst/>
          </a:prstGeom>
          <a:solidFill>
            <a:srgbClr val="61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5994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21A19"/>
                </a:solidFill>
                <a:latin typeface="Arial"/>
              </a:rPr>
              <a:t>Proven once, with a live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581144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3A4846"/>
                </a:solidFill>
                <a:latin typeface="Arial"/>
              </a:rPr>
              <a:t>Requirement → design → approval → code → scoped tests → release,
against a real application producing real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A4846"/>
                </a:solidFill>
                <a:latin typeface="Arial"/>
              </a:rPr>
              <a:t>583 automated tests, including assertions that fail the build if the architecture is violated.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KNOWN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What it does not do yet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3A4846"/>
                </a:solidFill>
                <a:latin typeface="Arial"/>
              </a:rPr>
              <a:t>Stated before anyone asks — each is a decided position, not a gap we have missed.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468880"/>
          <a:ext cx="106372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630"/>
                <a:gridCol w="6169584"/>
              </a:tblGrid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Limit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61706D"/>
                          </a:solidFill>
                          <a:latin typeface="Arial"/>
                        </a:rPr>
                        <a:t>What it means in practice</a:t>
                      </a:r>
                    </a:p>
                  </a:txBody>
                  <a:tcPr marL="128016" marR="128016" marT="54864" marB="54864" anchor="ctr">
                    <a:solidFill>
                      <a:srgbClr val="F1F4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Analysis works at file level, not function level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A small internal change and a breaking public change look the same to it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Coverage is measured at request level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It knows a test never touched an area; not which branch inside it ran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Accuracy measured on our own codebase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The number is a floor and a regression check, not an industry claim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No access control yet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21A19"/>
                          </a:solidFill>
                          <a:latin typeface="Arial"/>
                        </a:rPr>
                        <a:t>Client work is separated; who may see or approve it is not yet enforced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Three things, in order of what changes the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0E6F62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9456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900" b="1">
                <a:solidFill>
                  <a:srgbClr val="121A19"/>
                </a:solidFill>
                <a:latin typeface="Arial"/>
              </a:rPr>
              <a:t>Measure against a real client codebase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A4846"/>
                </a:solidFill>
                <a:latin typeface="Arial"/>
              </a:rPr>
              <a:t>Our accuracy numbers come from one repository. Read access to a client's history turns a self-measurement into evidence. Low cost, highest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0E6F62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2044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900" b="1">
                <a:solidFill>
                  <a:srgbClr val="121A19"/>
                </a:solidFill>
                <a:latin typeface="Arial"/>
              </a:rPr>
              <a:t>Function-level analysis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A4846"/>
                </a:solidFill>
                <a:latin typeface="Arial"/>
              </a:rPr>
              <a:t>The change that separates a cosmetic edit from a breaking one. Expensive, so we are not starting it until the measurement above says where the gap actually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0E6F62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463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900" b="1">
                <a:solidFill>
                  <a:srgbClr val="121A19"/>
                </a:solidFill>
                <a:latin typeface="Arial"/>
              </a:rPr>
              <a:t>Identity and access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A4846"/>
                </a:solidFill>
                <a:latin typeface="Arial"/>
              </a:rPr>
              <a:t>Approvals attributable to a named person. It rewrites the audit records, so it is cheaper now than after the first engagement.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1706D"/>
                </a:solidFill>
                <a:latin typeface="Arial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21A19"/>
                </a:solidFill>
                <a:latin typeface="Arial"/>
              </a:rPr>
              <a:t>Three 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36285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6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A client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27227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A4846"/>
                </a:solidFill>
                <a:latin typeface="Arial"/>
              </a:rPr>
              <a:t>Read access to one codebase and its history. Turns our accuracy figure into evidence, and costs the client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2286000"/>
            <a:ext cx="336285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6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34458" y="2606040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An identity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4458" y="3337560"/>
            <a:ext cx="27227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A4846"/>
                </a:solidFill>
                <a:latin typeface="Arial"/>
              </a:rPr>
              <a:t>Which provider we build access control against. It is the one enterprise gap we will not close by guessing.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1596" y="2286000"/>
            <a:ext cx="336285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6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1636" y="2606040"/>
            <a:ext cx="2722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21A19"/>
                </a:solidFill>
                <a:latin typeface="Arial"/>
              </a:rPr>
              <a:t>One real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1636" y="3337560"/>
            <a:ext cx="27227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A4846"/>
                </a:solidFill>
                <a:latin typeface="Arial"/>
              </a:rPr>
              <a:t>A candidate change on a system we do not control. Everything so far is proven on an application we 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A4846"/>
                </a:solidFill>
                <a:latin typeface="Arial"/>
              </a:rPr>
              <a:t>None of these is a platform decision. They are read access, one architectural answer, and one candidate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